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8288000" cy="10287000"/>
  <p:notesSz cx="6858000" cy="9144000"/>
  <p:embeddedFontLst>
    <p:embeddedFont>
      <p:font typeface="Canva Sans" charset="1" panose="020B05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is a note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3637" y="4819967"/>
            <a:ext cx="272072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is a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DAHQuLkdzFY</dc:identifier>
  <dcterms:modified xsi:type="dcterms:W3CDTF">2011-08-01T06:04:30Z</dcterms:modified>
  <cp:revision>1</cp:revision>
  <dc:title>This is a slide</dc:title>
</cp:coreProperties>
</file>