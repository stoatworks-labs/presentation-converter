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notes for slide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notes for slide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Shape 1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notes for slide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notes for slide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" name="Shape 1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notes for slide 5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2"/>
          <p:cNvSpPr txBox="1"/>
          <p:nvPr/>
        </p:nvSpPr>
        <p:spPr>
          <a:xfrm>
            <a:off x="7783637" y="4819967"/>
            <a:ext cx="2720728" cy="57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700"/>
              </a:lnSpc>
              <a:defRPr sz="3300">
                <a:latin typeface="Canva Sans"/>
                <a:ea typeface="Canva Sans"/>
                <a:cs typeface="Canva Sans"/>
                <a:sym typeface="Canva Sans"/>
              </a:defRPr>
            </a:lvl1pPr>
          </a:lstStyle>
          <a:p>
            <a:pPr/>
            <a:r>
              <a:t>Slide 1 of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2"/>
          <p:cNvSpPr txBox="1"/>
          <p:nvPr/>
        </p:nvSpPr>
        <p:spPr>
          <a:xfrm>
            <a:off x="7783637" y="4819967"/>
            <a:ext cx="2720728" cy="57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700"/>
              </a:lnSpc>
              <a:defRPr sz="3300">
                <a:latin typeface="Canva Sans"/>
                <a:ea typeface="Canva Sans"/>
                <a:cs typeface="Canva Sans"/>
                <a:sym typeface="Canva Sans"/>
              </a:defRPr>
            </a:lvl1pPr>
          </a:lstStyle>
          <a:p>
            <a:pPr/>
            <a:r>
              <a:t>Slide 2 of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2"/>
          <p:cNvSpPr txBox="1"/>
          <p:nvPr/>
        </p:nvSpPr>
        <p:spPr>
          <a:xfrm>
            <a:off x="7783637" y="4819967"/>
            <a:ext cx="2720728" cy="57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700"/>
              </a:lnSpc>
              <a:defRPr sz="3300">
                <a:latin typeface="Canva Sans"/>
                <a:ea typeface="Canva Sans"/>
                <a:cs typeface="Canva Sans"/>
                <a:sym typeface="Canva Sans"/>
              </a:defRPr>
            </a:lvl1pPr>
          </a:lstStyle>
          <a:p>
            <a:pPr/>
            <a:r>
              <a:t>Slide 3 of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2"/>
          <p:cNvSpPr txBox="1"/>
          <p:nvPr/>
        </p:nvSpPr>
        <p:spPr>
          <a:xfrm>
            <a:off x="7783637" y="4819967"/>
            <a:ext cx="2720728" cy="57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700"/>
              </a:lnSpc>
              <a:defRPr sz="3300">
                <a:latin typeface="Canva Sans"/>
                <a:ea typeface="Canva Sans"/>
                <a:cs typeface="Canva Sans"/>
                <a:sym typeface="Canva Sans"/>
              </a:defRPr>
            </a:lvl1pPr>
          </a:lstStyle>
          <a:p>
            <a:pPr/>
            <a:r>
              <a:t>Slide 4 of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2"/>
          <p:cNvSpPr txBox="1"/>
          <p:nvPr/>
        </p:nvSpPr>
        <p:spPr>
          <a:xfrm>
            <a:off x="7783637" y="4819967"/>
            <a:ext cx="2720728" cy="573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700"/>
              </a:lnSpc>
              <a:defRPr sz="3300">
                <a:latin typeface="Canva Sans"/>
                <a:ea typeface="Canva Sans"/>
                <a:cs typeface="Canva Sans"/>
                <a:sym typeface="Canva Sans"/>
              </a:defRPr>
            </a:lvl1pPr>
          </a:lstStyle>
          <a:p>
            <a:pPr/>
            <a:r>
              <a:t>Slide 5 of 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